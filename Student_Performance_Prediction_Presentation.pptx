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8" r:id="rId9"/>
    <p:sldId id="262" r:id="rId10"/>
    <p:sldId id="266" r:id="rId11"/>
    <p:sldId id="263" r:id="rId12"/>
    <p:sldId id="264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123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5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615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23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432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853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471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104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412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613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2356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3324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7924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2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0005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92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366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113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🎓 Student Performance Prediction (Pass/Fail)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By</a:t>
            </a:r>
            <a:r>
              <a:rPr lang="en-US" dirty="0"/>
              <a:t> Enter your name and </a:t>
            </a:r>
            <a:r>
              <a:rPr lang="en-US" dirty="0" err="1"/>
              <a:t>teamates</a:t>
            </a:r>
            <a:endParaRPr dirty="0"/>
          </a:p>
          <a:p>
            <a:r>
              <a:rPr dirty="0"/>
              <a:t>Data Science &amp; AI Project</a:t>
            </a:r>
          </a:p>
          <a:p>
            <a:r>
              <a:rPr dirty="0"/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Predict whether a student will pass or fail based on study hours, attendance, prior grades, and lifestyle factors.</a:t>
            </a:r>
          </a:p>
          <a:p>
            <a:r>
              <a:t>• Early warning system to help educators and parents take timely 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• Synthetic dataset: student_performance_extended.csv (500+ records)</a:t>
            </a:r>
          </a:p>
          <a:p>
            <a:r>
              <a:t>• Key features:</a:t>
            </a:r>
          </a:p>
          <a:p>
            <a:r>
              <a:t>  - gender, age, study hours, attendance, prior grade, assignments submitted</a:t>
            </a:r>
          </a:p>
          <a:p>
            <a:r>
              <a:t>  - family support, internet, extracurricular activities, health, sleep</a:t>
            </a:r>
          </a:p>
          <a:p>
            <a:r>
              <a:t>  - target variable: pass (1=Pass, 0=Fail)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94A19-6B34-513A-A692-F41FFF066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323985-E291-5C2F-8694-C4F3B48121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366" y="2283044"/>
            <a:ext cx="8403268" cy="3785461"/>
          </a:xfrm>
        </p:spPr>
      </p:pic>
    </p:spTree>
    <p:extLst>
      <p:ext uri="{BB962C8B-B14F-4D97-AF65-F5344CB8AC3E}">
        <p14:creationId xmlns:p14="http://schemas.microsoft.com/office/powerpoint/2010/main" val="2087357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Preprocessing: Encode categorical variables (Yes/No, M/F)</a:t>
            </a:r>
          </a:p>
          <a:p>
            <a:r>
              <a:t>2. Model Selection: Random Forest Classifier</a:t>
            </a:r>
          </a:p>
          <a:p>
            <a:r>
              <a:t>3. Training &amp; Testing: Train/test split, 100 estimators</a:t>
            </a:r>
          </a:p>
          <a:p>
            <a:r>
              <a:t>4. Deployment: Streamlit dashboard for real-time predictions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gender, age, study_hours_per_week, attendance_percent</a:t>
            </a:r>
          </a:p>
          <a:p>
            <a:r>
              <a:t>• prior_grade, assignments_submitted, family_support</a:t>
            </a:r>
          </a:p>
          <a:p>
            <a:r>
              <a:t>• internet_access, extracurricular, health_score, sleep_hours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&amp;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Random Forest Classifier</a:t>
            </a:r>
          </a:p>
          <a:p>
            <a:r>
              <a:t>• Handles numerical and categorical features effectively</a:t>
            </a:r>
          </a:p>
          <a:p>
            <a:r>
              <a:t>• Example prediction: Given student details → PASS/FAIL with confidence score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C5B94-A178-E948-158E-4D8D91958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Performance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D13DAE-68D0-E554-1DD2-504E660590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0085" y="2131419"/>
            <a:ext cx="6475493" cy="3411542"/>
          </a:xfrm>
        </p:spPr>
      </p:pic>
    </p:spTree>
    <p:extLst>
      <p:ext uri="{BB962C8B-B14F-4D97-AF65-F5344CB8AC3E}">
        <p14:creationId xmlns:p14="http://schemas.microsoft.com/office/powerpoint/2010/main" val="3204494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</a:t>
            </a:r>
            <a:r>
              <a:rPr dirty="0" err="1"/>
              <a:t>Streamlit</a:t>
            </a:r>
            <a:r>
              <a:rPr dirty="0"/>
              <a:t> dashboard for interactive input</a:t>
            </a:r>
          </a:p>
          <a:p>
            <a:r>
              <a:rPr dirty="0"/>
              <a:t>• Real-time prediction results</a:t>
            </a:r>
          </a:p>
          <a:p>
            <a:r>
              <a:rPr dirty="0"/>
              <a:t>• Gauge chart for pass probability and feature bar chart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D52AF-C57F-C469-E47E-7FE7C4CBE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DashBoard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6A7915-60A9-E891-560F-DCAC5E17E8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251838"/>
            <a:ext cx="8229600" cy="3679064"/>
          </a:xfrm>
        </p:spPr>
      </p:pic>
    </p:spTree>
    <p:extLst>
      <p:ext uri="{BB962C8B-B14F-4D97-AF65-F5344CB8AC3E}">
        <p14:creationId xmlns:p14="http://schemas.microsoft.com/office/powerpoint/2010/main" val="3530034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prediction accuracy on test data</a:t>
            </a:r>
          </a:p>
          <a:p>
            <a:r>
              <a:t>• Confidence score visualized</a:t>
            </a:r>
          </a:p>
          <a:p>
            <a:r>
              <a:t>• Key insights: Study hours, attendance, prior grades highly impact performance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ML helps predict student performance effectively</a:t>
            </a:r>
          </a:p>
          <a:p>
            <a:r>
              <a:t>• Future Improvements:</a:t>
            </a:r>
          </a:p>
          <a:p>
            <a:r>
              <a:t>  - Use real-world datasets</a:t>
            </a:r>
          </a:p>
          <a:p>
            <a:r>
              <a:t>  - Deploy online via Streamlit Cloud</a:t>
            </a:r>
          </a:p>
          <a:p>
            <a:r>
              <a:t>  - Add Explainable AI (SHAP values)</a:t>
            </a:r>
          </a:p>
          <a:p>
            <a:r>
              <a:t>  - Compare with other ML models (XGBoost, Neural Networks)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  <a:p>
            <a:r>
              <a:t>Contact: Abhishek Khursange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11</TotalTime>
  <Words>354</Words>
  <Application>Microsoft Office PowerPoint</Application>
  <PresentationFormat>On-screen Show (4:3)</PresentationFormat>
  <Paragraphs>47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Ion Boardroom</vt:lpstr>
      <vt:lpstr>🎓 Student Performance Prediction (Pass/Fail)</vt:lpstr>
      <vt:lpstr>Objective</vt:lpstr>
      <vt:lpstr>Dataset</vt:lpstr>
      <vt:lpstr>Dataset </vt:lpstr>
      <vt:lpstr>Methodology</vt:lpstr>
      <vt:lpstr>Features Used</vt:lpstr>
      <vt:lpstr>Model &amp; Prediction</vt:lpstr>
      <vt:lpstr>Model Performance</vt:lpstr>
      <vt:lpstr>Dashboard</vt:lpstr>
      <vt:lpstr>DashBoard</vt:lpstr>
      <vt:lpstr>Results &amp; Insights</vt:lpstr>
      <vt:lpstr>Conclusion &amp; Future Work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 KHURSANGE</cp:lastModifiedBy>
  <cp:revision>3</cp:revision>
  <dcterms:created xsi:type="dcterms:W3CDTF">2013-01-27T09:14:16Z</dcterms:created>
  <dcterms:modified xsi:type="dcterms:W3CDTF">2025-10-02T15:04:00Z</dcterms:modified>
  <cp:category/>
</cp:coreProperties>
</file>